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ADC5E-9525-4294-91CA-025FD048A5BF}" v="57" dt="2026-06-18T04:37:51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Kumar" userId="5b9fcf8b23fe98e4" providerId="LiveId" clId="{C6EC3549-E4D2-4B4C-95FE-5FFB31234FDE}"/>
    <pc:docChg chg="custSel modSld">
      <pc:chgData name="Ayush Kumar" userId="5b9fcf8b23fe98e4" providerId="LiveId" clId="{C6EC3549-E4D2-4B4C-95FE-5FFB31234FDE}" dt="2026-06-18T04:37:51.688" v="155"/>
      <pc:docMkLst>
        <pc:docMk/>
      </pc:docMkLst>
      <pc:sldChg chg="modSp mod">
        <pc:chgData name="Ayush Kumar" userId="5b9fcf8b23fe98e4" providerId="LiveId" clId="{C6EC3549-E4D2-4B4C-95FE-5FFB31234FDE}" dt="2026-06-17T16:58:47.855" v="3" actId="27636"/>
        <pc:sldMkLst>
          <pc:docMk/>
          <pc:sldMk cId="0" sldId="256"/>
        </pc:sldMkLst>
        <pc:spChg chg="mod">
          <ac:chgData name="Ayush Kumar" userId="5b9fcf8b23fe98e4" providerId="LiveId" clId="{C6EC3549-E4D2-4B4C-95FE-5FFB31234FDE}" dt="2026-06-17T16:58:47.855" v="3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6:59:46.163" v="6" actId="5793"/>
        <pc:sldMkLst>
          <pc:docMk/>
          <pc:sldMk cId="0" sldId="257"/>
        </pc:sldMkLst>
        <pc:spChg chg="mod">
          <ac:chgData name="Ayush Kumar" userId="5b9fcf8b23fe98e4" providerId="LiveId" clId="{C6EC3549-E4D2-4B4C-95FE-5FFB31234FDE}" dt="2026-06-17T16:59:46.163" v="6" actId="579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0:27.609" v="8"/>
        <pc:sldMkLst>
          <pc:docMk/>
          <pc:sldMk cId="0" sldId="258"/>
        </pc:sldMkLst>
        <pc:spChg chg="mod">
          <ac:chgData name="Ayush Kumar" userId="5b9fcf8b23fe98e4" providerId="LiveId" clId="{C6EC3549-E4D2-4B4C-95FE-5FFB31234FDE}" dt="2026-06-17T17:00:27.609" v="8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2:28.987" v="10"/>
        <pc:sldMkLst>
          <pc:docMk/>
          <pc:sldMk cId="0" sldId="259"/>
        </pc:sldMkLst>
        <pc:spChg chg="mod">
          <ac:chgData name="Ayush Kumar" userId="5b9fcf8b23fe98e4" providerId="LiveId" clId="{C6EC3549-E4D2-4B4C-95FE-5FFB31234FDE}" dt="2026-06-17T17:02:28.987" v="1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2:55.608" v="12"/>
        <pc:sldMkLst>
          <pc:docMk/>
          <pc:sldMk cId="0" sldId="260"/>
        </pc:sldMkLst>
        <pc:spChg chg="mod">
          <ac:chgData name="Ayush Kumar" userId="5b9fcf8b23fe98e4" providerId="LiveId" clId="{C6EC3549-E4D2-4B4C-95FE-5FFB31234FDE}" dt="2026-06-17T17:02:55.608" v="12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5:55.783" v="22" actId="20577"/>
        <pc:sldMkLst>
          <pc:docMk/>
          <pc:sldMk cId="0" sldId="261"/>
        </pc:sldMkLst>
        <pc:spChg chg="mod">
          <ac:chgData name="Ayush Kumar" userId="5b9fcf8b23fe98e4" providerId="LiveId" clId="{C6EC3549-E4D2-4B4C-95FE-5FFB31234FDE}" dt="2026-06-17T17:05:55.783" v="22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6:17.823" v="24"/>
        <pc:sldMkLst>
          <pc:docMk/>
          <pc:sldMk cId="0" sldId="262"/>
        </pc:sldMkLst>
        <pc:spChg chg="mod">
          <ac:chgData name="Ayush Kumar" userId="5b9fcf8b23fe98e4" providerId="LiveId" clId="{C6EC3549-E4D2-4B4C-95FE-5FFB31234FDE}" dt="2026-06-17T17:06:17.823" v="24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6:38.256" v="26"/>
        <pc:sldMkLst>
          <pc:docMk/>
          <pc:sldMk cId="0" sldId="263"/>
        </pc:sldMkLst>
        <pc:spChg chg="mod">
          <ac:chgData name="Ayush Kumar" userId="5b9fcf8b23fe98e4" providerId="LiveId" clId="{C6EC3549-E4D2-4B4C-95FE-5FFB31234FDE}" dt="2026-06-17T17:06:38.256" v="2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8:07.183" v="48" actId="20577"/>
        <pc:sldMkLst>
          <pc:docMk/>
          <pc:sldMk cId="0" sldId="264"/>
        </pc:sldMkLst>
        <pc:spChg chg="mod">
          <ac:chgData name="Ayush Kumar" userId="5b9fcf8b23fe98e4" providerId="LiveId" clId="{C6EC3549-E4D2-4B4C-95FE-5FFB31234FDE}" dt="2026-06-17T17:08:07.183" v="48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8:34.466" v="50"/>
        <pc:sldMkLst>
          <pc:docMk/>
          <pc:sldMk cId="0" sldId="265"/>
        </pc:sldMkLst>
        <pc:spChg chg="mod">
          <ac:chgData name="Ayush Kumar" userId="5b9fcf8b23fe98e4" providerId="LiveId" clId="{C6EC3549-E4D2-4B4C-95FE-5FFB31234FDE}" dt="2026-06-17T17:08:34.466" v="50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9:00.079" v="52"/>
        <pc:sldMkLst>
          <pc:docMk/>
          <pc:sldMk cId="0" sldId="266"/>
        </pc:sldMkLst>
        <pc:spChg chg="mod">
          <ac:chgData name="Ayush Kumar" userId="5b9fcf8b23fe98e4" providerId="LiveId" clId="{C6EC3549-E4D2-4B4C-95FE-5FFB31234FDE}" dt="2026-06-17T17:09:00.079" v="52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7T17:09:35.067" v="54"/>
        <pc:sldMkLst>
          <pc:docMk/>
          <pc:sldMk cId="0" sldId="267"/>
        </pc:sldMkLst>
        <pc:spChg chg="mod">
          <ac:chgData name="Ayush Kumar" userId="5b9fcf8b23fe98e4" providerId="LiveId" clId="{C6EC3549-E4D2-4B4C-95FE-5FFB31234FDE}" dt="2026-06-17T17:09:35.067" v="54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4:05.387" v="59"/>
        <pc:sldMkLst>
          <pc:docMk/>
          <pc:sldMk cId="0" sldId="268"/>
        </pc:sldMkLst>
        <pc:spChg chg="mod">
          <ac:chgData name="Ayush Kumar" userId="5b9fcf8b23fe98e4" providerId="LiveId" clId="{C6EC3549-E4D2-4B4C-95FE-5FFB31234FDE}" dt="2026-06-18T04:14:05.387" v="59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4:38.625" v="60"/>
        <pc:sldMkLst>
          <pc:docMk/>
          <pc:sldMk cId="0" sldId="269"/>
        </pc:sldMkLst>
        <pc:spChg chg="mod">
          <ac:chgData name="Ayush Kumar" userId="5b9fcf8b23fe98e4" providerId="LiveId" clId="{C6EC3549-E4D2-4B4C-95FE-5FFB31234FDE}" dt="2026-06-18T04:14:38.625" v="60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4:56.935" v="65" actId="20577"/>
        <pc:sldMkLst>
          <pc:docMk/>
          <pc:sldMk cId="0" sldId="270"/>
        </pc:sldMkLst>
        <pc:spChg chg="mod">
          <ac:chgData name="Ayush Kumar" userId="5b9fcf8b23fe98e4" providerId="LiveId" clId="{C6EC3549-E4D2-4B4C-95FE-5FFB31234FDE}" dt="2026-06-18T04:14:56.935" v="65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5:18.366" v="67"/>
        <pc:sldMkLst>
          <pc:docMk/>
          <pc:sldMk cId="0" sldId="271"/>
        </pc:sldMkLst>
        <pc:spChg chg="mod">
          <ac:chgData name="Ayush Kumar" userId="5b9fcf8b23fe98e4" providerId="LiveId" clId="{C6EC3549-E4D2-4B4C-95FE-5FFB31234FDE}" dt="2026-06-18T04:15:18.366" v="67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5:39.149" v="69"/>
        <pc:sldMkLst>
          <pc:docMk/>
          <pc:sldMk cId="0" sldId="272"/>
        </pc:sldMkLst>
        <pc:spChg chg="mod">
          <ac:chgData name="Ayush Kumar" userId="5b9fcf8b23fe98e4" providerId="LiveId" clId="{C6EC3549-E4D2-4B4C-95FE-5FFB31234FDE}" dt="2026-06-18T04:15:39.149" v="69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5:55.231" v="72" actId="20577"/>
        <pc:sldMkLst>
          <pc:docMk/>
          <pc:sldMk cId="0" sldId="273"/>
        </pc:sldMkLst>
        <pc:spChg chg="mod">
          <ac:chgData name="Ayush Kumar" userId="5b9fcf8b23fe98e4" providerId="LiveId" clId="{C6EC3549-E4D2-4B4C-95FE-5FFB31234FDE}" dt="2026-06-18T04:15:55.231" v="72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6:20.072" v="74"/>
        <pc:sldMkLst>
          <pc:docMk/>
          <pc:sldMk cId="0" sldId="274"/>
        </pc:sldMkLst>
        <pc:spChg chg="mod">
          <ac:chgData name="Ayush Kumar" userId="5b9fcf8b23fe98e4" providerId="LiveId" clId="{C6EC3549-E4D2-4B4C-95FE-5FFB31234FDE}" dt="2026-06-18T04:16:20.072" v="74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6:41.928" v="76"/>
        <pc:sldMkLst>
          <pc:docMk/>
          <pc:sldMk cId="0" sldId="275"/>
        </pc:sldMkLst>
        <pc:spChg chg="mod">
          <ac:chgData name="Ayush Kumar" userId="5b9fcf8b23fe98e4" providerId="LiveId" clId="{C6EC3549-E4D2-4B4C-95FE-5FFB31234FDE}" dt="2026-06-18T04:16:41.928" v="7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7:33.096" v="78"/>
        <pc:sldMkLst>
          <pc:docMk/>
          <pc:sldMk cId="0" sldId="276"/>
        </pc:sldMkLst>
        <pc:spChg chg="mod">
          <ac:chgData name="Ayush Kumar" userId="5b9fcf8b23fe98e4" providerId="LiveId" clId="{C6EC3549-E4D2-4B4C-95FE-5FFB31234FDE}" dt="2026-06-18T04:17:33.096" v="78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8:38.365" v="81"/>
        <pc:sldMkLst>
          <pc:docMk/>
          <pc:sldMk cId="0" sldId="277"/>
        </pc:sldMkLst>
        <pc:spChg chg="mod">
          <ac:chgData name="Ayush Kumar" userId="5b9fcf8b23fe98e4" providerId="LiveId" clId="{C6EC3549-E4D2-4B4C-95FE-5FFB31234FDE}" dt="2026-06-18T04:18:38.365" v="81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9:02.627" v="83"/>
        <pc:sldMkLst>
          <pc:docMk/>
          <pc:sldMk cId="0" sldId="278"/>
        </pc:sldMkLst>
        <pc:spChg chg="mod">
          <ac:chgData name="Ayush Kumar" userId="5b9fcf8b23fe98e4" providerId="LiveId" clId="{C6EC3549-E4D2-4B4C-95FE-5FFB31234FDE}" dt="2026-06-18T04:19:02.627" v="83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19:26.427" v="85"/>
        <pc:sldMkLst>
          <pc:docMk/>
          <pc:sldMk cId="0" sldId="279"/>
        </pc:sldMkLst>
        <pc:spChg chg="mod">
          <ac:chgData name="Ayush Kumar" userId="5b9fcf8b23fe98e4" providerId="LiveId" clId="{C6EC3549-E4D2-4B4C-95FE-5FFB31234FDE}" dt="2026-06-18T04:19:26.427" v="85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3:29.449" v="88"/>
        <pc:sldMkLst>
          <pc:docMk/>
          <pc:sldMk cId="0" sldId="280"/>
        </pc:sldMkLst>
        <pc:spChg chg="mod">
          <ac:chgData name="Ayush Kumar" userId="5b9fcf8b23fe98e4" providerId="LiveId" clId="{C6EC3549-E4D2-4B4C-95FE-5FFB31234FDE}" dt="2026-06-18T04:23:29.449" v="88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3:52.245" v="90"/>
        <pc:sldMkLst>
          <pc:docMk/>
          <pc:sldMk cId="0" sldId="281"/>
        </pc:sldMkLst>
        <pc:spChg chg="mod">
          <ac:chgData name="Ayush Kumar" userId="5b9fcf8b23fe98e4" providerId="LiveId" clId="{C6EC3549-E4D2-4B4C-95FE-5FFB31234FDE}" dt="2026-06-18T04:23:52.245" v="90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4:11.194" v="92"/>
        <pc:sldMkLst>
          <pc:docMk/>
          <pc:sldMk cId="0" sldId="282"/>
        </pc:sldMkLst>
        <pc:spChg chg="mod">
          <ac:chgData name="Ayush Kumar" userId="5b9fcf8b23fe98e4" providerId="LiveId" clId="{C6EC3549-E4D2-4B4C-95FE-5FFB31234FDE}" dt="2026-06-18T04:24:11.194" v="92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5:27.060" v="94"/>
        <pc:sldMkLst>
          <pc:docMk/>
          <pc:sldMk cId="0" sldId="283"/>
        </pc:sldMkLst>
        <pc:spChg chg="mod">
          <ac:chgData name="Ayush Kumar" userId="5b9fcf8b23fe98e4" providerId="LiveId" clId="{C6EC3549-E4D2-4B4C-95FE-5FFB31234FDE}" dt="2026-06-18T04:25:27.060" v="94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5:48.777" v="96"/>
        <pc:sldMkLst>
          <pc:docMk/>
          <pc:sldMk cId="0" sldId="284"/>
        </pc:sldMkLst>
        <pc:spChg chg="mod">
          <ac:chgData name="Ayush Kumar" userId="5b9fcf8b23fe98e4" providerId="LiveId" clId="{C6EC3549-E4D2-4B4C-95FE-5FFB31234FDE}" dt="2026-06-18T04:25:48.777" v="96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6:08.554" v="98"/>
        <pc:sldMkLst>
          <pc:docMk/>
          <pc:sldMk cId="0" sldId="285"/>
        </pc:sldMkLst>
        <pc:spChg chg="mod">
          <ac:chgData name="Ayush Kumar" userId="5b9fcf8b23fe98e4" providerId="LiveId" clId="{C6EC3549-E4D2-4B4C-95FE-5FFB31234FDE}" dt="2026-06-18T04:26:08.554" v="98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6:28.101" v="100"/>
        <pc:sldMkLst>
          <pc:docMk/>
          <pc:sldMk cId="0" sldId="286"/>
        </pc:sldMkLst>
        <pc:spChg chg="mod">
          <ac:chgData name="Ayush Kumar" userId="5b9fcf8b23fe98e4" providerId="LiveId" clId="{C6EC3549-E4D2-4B4C-95FE-5FFB31234FDE}" dt="2026-06-18T04:26:28.101" v="100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6:51.640" v="102"/>
        <pc:sldMkLst>
          <pc:docMk/>
          <pc:sldMk cId="0" sldId="287"/>
        </pc:sldMkLst>
        <pc:spChg chg="mod">
          <ac:chgData name="Ayush Kumar" userId="5b9fcf8b23fe98e4" providerId="LiveId" clId="{C6EC3549-E4D2-4B4C-95FE-5FFB31234FDE}" dt="2026-06-18T04:26:51.640" v="102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7:22.354" v="104"/>
        <pc:sldMkLst>
          <pc:docMk/>
          <pc:sldMk cId="0" sldId="288"/>
        </pc:sldMkLst>
        <pc:spChg chg="mod">
          <ac:chgData name="Ayush Kumar" userId="5b9fcf8b23fe98e4" providerId="LiveId" clId="{C6EC3549-E4D2-4B4C-95FE-5FFB31234FDE}" dt="2026-06-18T04:27:22.354" v="104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8:20.622" v="106"/>
        <pc:sldMkLst>
          <pc:docMk/>
          <pc:sldMk cId="0" sldId="289"/>
        </pc:sldMkLst>
        <pc:spChg chg="mod">
          <ac:chgData name="Ayush Kumar" userId="5b9fcf8b23fe98e4" providerId="LiveId" clId="{C6EC3549-E4D2-4B4C-95FE-5FFB31234FDE}" dt="2026-06-18T04:28:20.622" v="106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8:44.682" v="108"/>
        <pc:sldMkLst>
          <pc:docMk/>
          <pc:sldMk cId="0" sldId="290"/>
        </pc:sldMkLst>
        <pc:spChg chg="mod">
          <ac:chgData name="Ayush Kumar" userId="5b9fcf8b23fe98e4" providerId="LiveId" clId="{C6EC3549-E4D2-4B4C-95FE-5FFB31234FDE}" dt="2026-06-18T04:28:44.682" v="108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29:45.764" v="110"/>
        <pc:sldMkLst>
          <pc:docMk/>
          <pc:sldMk cId="0" sldId="291"/>
        </pc:sldMkLst>
        <pc:spChg chg="mod">
          <ac:chgData name="Ayush Kumar" userId="5b9fcf8b23fe98e4" providerId="LiveId" clId="{C6EC3549-E4D2-4B4C-95FE-5FFB31234FDE}" dt="2026-06-18T04:29:45.764" v="110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0:05.193" v="112"/>
        <pc:sldMkLst>
          <pc:docMk/>
          <pc:sldMk cId="0" sldId="292"/>
        </pc:sldMkLst>
        <pc:spChg chg="mod">
          <ac:chgData name="Ayush Kumar" userId="5b9fcf8b23fe98e4" providerId="LiveId" clId="{C6EC3549-E4D2-4B4C-95FE-5FFB31234FDE}" dt="2026-06-18T04:30:05.193" v="112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0:24.654" v="114"/>
        <pc:sldMkLst>
          <pc:docMk/>
          <pc:sldMk cId="0" sldId="293"/>
        </pc:sldMkLst>
        <pc:spChg chg="mod">
          <ac:chgData name="Ayush Kumar" userId="5b9fcf8b23fe98e4" providerId="LiveId" clId="{C6EC3549-E4D2-4B4C-95FE-5FFB31234FDE}" dt="2026-06-18T04:30:24.654" v="114"/>
          <ac:spMkLst>
            <pc:docMk/>
            <pc:sldMk cId="0" sldId="293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1:23.629" v="117" actId="20577"/>
        <pc:sldMkLst>
          <pc:docMk/>
          <pc:sldMk cId="0" sldId="294"/>
        </pc:sldMkLst>
        <pc:spChg chg="mod">
          <ac:chgData name="Ayush Kumar" userId="5b9fcf8b23fe98e4" providerId="LiveId" clId="{C6EC3549-E4D2-4B4C-95FE-5FFB31234FDE}" dt="2026-06-18T04:31:23.629" v="117" actId="20577"/>
          <ac:spMkLst>
            <pc:docMk/>
            <pc:sldMk cId="0" sldId="294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1:45.670" v="119"/>
        <pc:sldMkLst>
          <pc:docMk/>
          <pc:sldMk cId="0" sldId="295"/>
        </pc:sldMkLst>
        <pc:spChg chg="mod">
          <ac:chgData name="Ayush Kumar" userId="5b9fcf8b23fe98e4" providerId="LiveId" clId="{C6EC3549-E4D2-4B4C-95FE-5FFB31234FDE}" dt="2026-06-18T04:31:45.670" v="119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3:20.101" v="130" actId="27636"/>
        <pc:sldMkLst>
          <pc:docMk/>
          <pc:sldMk cId="0" sldId="296"/>
        </pc:sldMkLst>
        <pc:spChg chg="mod">
          <ac:chgData name="Ayush Kumar" userId="5b9fcf8b23fe98e4" providerId="LiveId" clId="{C6EC3549-E4D2-4B4C-95FE-5FFB31234FDE}" dt="2026-06-18T04:33:20.101" v="130" actId="27636"/>
          <ac:spMkLst>
            <pc:docMk/>
            <pc:sldMk cId="0" sldId="296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2:54.699" v="128" actId="27636"/>
        <pc:sldMkLst>
          <pc:docMk/>
          <pc:sldMk cId="0" sldId="297"/>
        </pc:sldMkLst>
        <pc:spChg chg="mod">
          <ac:chgData name="Ayush Kumar" userId="5b9fcf8b23fe98e4" providerId="LiveId" clId="{C6EC3549-E4D2-4B4C-95FE-5FFB31234FDE}" dt="2026-06-18T04:32:54.699" v="128" actId="27636"/>
          <ac:spMkLst>
            <pc:docMk/>
            <pc:sldMk cId="0" sldId="297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4:15.832" v="133" actId="27636"/>
        <pc:sldMkLst>
          <pc:docMk/>
          <pc:sldMk cId="0" sldId="298"/>
        </pc:sldMkLst>
        <pc:spChg chg="mod">
          <ac:chgData name="Ayush Kumar" userId="5b9fcf8b23fe98e4" providerId="LiveId" clId="{C6EC3549-E4D2-4B4C-95FE-5FFB31234FDE}" dt="2026-06-18T04:34:15.832" v="133" actId="27636"/>
          <ac:spMkLst>
            <pc:docMk/>
            <pc:sldMk cId="0" sldId="298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5:08.276" v="139" actId="27636"/>
        <pc:sldMkLst>
          <pc:docMk/>
          <pc:sldMk cId="0" sldId="299"/>
        </pc:sldMkLst>
        <pc:spChg chg="mod">
          <ac:chgData name="Ayush Kumar" userId="5b9fcf8b23fe98e4" providerId="LiveId" clId="{C6EC3549-E4D2-4B4C-95FE-5FFB31234FDE}" dt="2026-06-18T04:35:08.276" v="139" actId="27636"/>
          <ac:spMkLst>
            <pc:docMk/>
            <pc:sldMk cId="0" sldId="299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5:38.171" v="142" actId="27636"/>
        <pc:sldMkLst>
          <pc:docMk/>
          <pc:sldMk cId="0" sldId="300"/>
        </pc:sldMkLst>
        <pc:spChg chg="mod">
          <ac:chgData name="Ayush Kumar" userId="5b9fcf8b23fe98e4" providerId="LiveId" clId="{C6EC3549-E4D2-4B4C-95FE-5FFB31234FDE}" dt="2026-06-18T04:35:38.171" v="142" actId="27636"/>
          <ac:spMkLst>
            <pc:docMk/>
            <pc:sldMk cId="0" sldId="300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6:19.389" v="147"/>
        <pc:sldMkLst>
          <pc:docMk/>
          <pc:sldMk cId="0" sldId="301"/>
        </pc:sldMkLst>
        <pc:spChg chg="mod">
          <ac:chgData name="Ayush Kumar" userId="5b9fcf8b23fe98e4" providerId="LiveId" clId="{C6EC3549-E4D2-4B4C-95FE-5FFB31234FDE}" dt="2026-06-18T04:36:19.389" v="147"/>
          <ac:spMkLst>
            <pc:docMk/>
            <pc:sldMk cId="0" sldId="301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6:45.466" v="149" actId="20577"/>
        <pc:sldMkLst>
          <pc:docMk/>
          <pc:sldMk cId="0" sldId="302"/>
        </pc:sldMkLst>
        <pc:spChg chg="mod">
          <ac:chgData name="Ayush Kumar" userId="5b9fcf8b23fe98e4" providerId="LiveId" clId="{C6EC3549-E4D2-4B4C-95FE-5FFB31234FDE}" dt="2026-06-18T04:36:45.466" v="149" actId="20577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7:10.833" v="151"/>
        <pc:sldMkLst>
          <pc:docMk/>
          <pc:sldMk cId="0" sldId="303"/>
        </pc:sldMkLst>
        <pc:spChg chg="mod">
          <ac:chgData name="Ayush Kumar" userId="5b9fcf8b23fe98e4" providerId="LiveId" clId="{C6EC3549-E4D2-4B4C-95FE-5FFB31234FDE}" dt="2026-06-18T04:37:10.833" v="151"/>
          <ac:spMkLst>
            <pc:docMk/>
            <pc:sldMk cId="0" sldId="303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7:32.378" v="153"/>
        <pc:sldMkLst>
          <pc:docMk/>
          <pc:sldMk cId="0" sldId="304"/>
        </pc:sldMkLst>
        <pc:spChg chg="mod">
          <ac:chgData name="Ayush Kumar" userId="5b9fcf8b23fe98e4" providerId="LiveId" clId="{C6EC3549-E4D2-4B4C-95FE-5FFB31234FDE}" dt="2026-06-18T04:37:32.378" v="153"/>
          <ac:spMkLst>
            <pc:docMk/>
            <pc:sldMk cId="0" sldId="304"/>
            <ac:spMk id="3" creationId="{00000000-0000-0000-0000-000000000000}"/>
          </ac:spMkLst>
        </pc:spChg>
      </pc:sldChg>
      <pc:sldChg chg="modSp mod">
        <pc:chgData name="Ayush Kumar" userId="5b9fcf8b23fe98e4" providerId="LiveId" clId="{C6EC3549-E4D2-4B4C-95FE-5FFB31234FDE}" dt="2026-06-18T04:37:51.688" v="155"/>
        <pc:sldMkLst>
          <pc:docMk/>
          <pc:sldMk cId="0" sldId="305"/>
        </pc:sldMkLst>
        <pc:spChg chg="mod">
          <ac:chgData name="Ayush Kumar" userId="5b9fcf8b23fe98e4" providerId="LiveId" clId="{C6EC3549-E4D2-4B4C-95FE-5FFB31234FDE}" dt="2026-06-18T04:37:51.688" v="155"/>
          <ac:spMkLst>
            <pc:docMk/>
            <pc:sldMk cId="0" sldId="30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What is a variable in C/C++?</a:t>
            </a:r>
            <a:endParaRPr lang="en-US" sz="1800" dirty="0"/>
          </a:p>
          <a:p>
            <a:r>
              <a:rPr lang="en-IN" b="1" dirty="0"/>
              <a:t>Answer:</a:t>
            </a:r>
            <a:r>
              <a:rPr lang="en-IN" dirty="0"/>
              <a:t> A variable is a named storage location in the computer's memory used to hold data that can be modified during program execution.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do we use variables in programs?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We use variables to store, retrieve, and manipulate data (like numbers, text, etc.) while a program is running.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difference between a variable name and its value?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A variable name (identifier) is the label given to a memory location, while the value is the actual data stored inside that memory location.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of the following is a valid variable name? a) 2num b) </a:t>
            </a:r>
            <a:r>
              <a:rPr dirty="0" err="1"/>
              <a:t>total_marks</a:t>
            </a:r>
            <a:r>
              <a:rPr dirty="0"/>
              <a:t> c) for d) my marks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b) </a:t>
            </a:r>
            <a:r>
              <a:rPr lang="en-IN" dirty="0" err="1"/>
              <a:t>total_marks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is Age different from age?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C/C++ is a case-sensitive language, meaning uppercase ('A') and lowercase ('a') letters are treated as completely different characters.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Can a variable name contain spaces? Why?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 No, it cannot contain spaces. The compiler uses spaces to separate different keywords, variables, and operators, so a space would break the variable name into two separate tokens.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Can a variable name start with an underscore (_) 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Yes, starting a variable name with an underscore is completely valid in C/C++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happens if two variables have the same name in the same scope?</a:t>
            </a:r>
            <a:endParaRPr lang="en-US" dirty="0"/>
          </a:p>
          <a:p>
            <a:r>
              <a:rPr lang="en-IN" dirty="0"/>
              <a:t>The compiler will throw a "redeclaration" or "multiple definition" error because it won't know which variable you are referring to.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three meaningful variable names for storing student information.</a:t>
            </a:r>
            <a:endParaRPr lang="en-US" dirty="0"/>
          </a:p>
          <a:p>
            <a:r>
              <a:rPr lang="en-IN" dirty="0" err="1"/>
              <a:t>Studentnum,var,class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naming convention is better and why: </a:t>
            </a:r>
            <a:r>
              <a:rPr dirty="0" err="1"/>
              <a:t>studentMarks</a:t>
            </a:r>
            <a:r>
              <a:rPr dirty="0"/>
              <a:t> or </a:t>
            </a:r>
            <a:r>
              <a:rPr dirty="0" err="1"/>
              <a:t>sm</a:t>
            </a:r>
            <a:r>
              <a:rPr dirty="0"/>
              <a:t>?</a:t>
            </a:r>
            <a:endParaRPr lang="en-US" dirty="0"/>
          </a:p>
          <a:p>
            <a:r>
              <a:rPr lang="en-IN" dirty="0" err="1"/>
              <a:t>studentMarks</a:t>
            </a:r>
            <a:r>
              <a:rPr lang="en-IN" dirty="0"/>
              <a:t> is better because it is descriptive and makes the code much easier to read and understand (self-documenting code).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a data type?</a:t>
            </a:r>
            <a:endParaRPr lang="en-US" dirty="0"/>
          </a:p>
          <a:p>
            <a:r>
              <a:rPr lang="en-IN" dirty="0"/>
              <a:t>A data type specifies the type of data a variable can hold (e.g., integer, character) and how much memory space it requires.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is used to store whole numbers?</a:t>
            </a:r>
            <a:endParaRPr lang="en-US" dirty="0"/>
          </a:p>
          <a:p>
            <a:r>
              <a:rPr lang="en-IN" dirty="0"/>
              <a:t>int (along with short and long)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is used to store decimal values?</a:t>
            </a:r>
            <a:endParaRPr lang="en-US" dirty="0"/>
          </a:p>
          <a:p>
            <a:r>
              <a:rPr lang="en-IN" dirty="0"/>
              <a:t>float or double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difference between float and double?</a:t>
            </a:r>
            <a:endParaRPr lang="en-US" dirty="0"/>
          </a:p>
          <a:p>
            <a:r>
              <a:rPr lang="en-IN" dirty="0"/>
              <a:t>float occupies 4 bytes in memory and offers single precision (</a:t>
            </a:r>
            <a:r>
              <a:rPr lang="en-IN" dirty="0" err="1"/>
              <a:t>approx</a:t>
            </a:r>
            <a:r>
              <a:rPr lang="en-IN" dirty="0"/>
              <a:t> 6-7 decimal places), while double occupies 8 bytes and offers double precision (</a:t>
            </a:r>
            <a:r>
              <a:rPr lang="en-IN" dirty="0" err="1"/>
              <a:t>approx</a:t>
            </a:r>
            <a:r>
              <a:rPr lang="en-IN" dirty="0"/>
              <a:t> 15 decimal places).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stores a single character?</a:t>
            </a:r>
            <a:endParaRPr lang="en-US" dirty="0"/>
          </a:p>
          <a:p>
            <a:r>
              <a:rPr lang="en-IN" dirty="0"/>
              <a:t>char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stores True/False values?</a:t>
            </a:r>
            <a:endParaRPr lang="en-US" dirty="0"/>
          </a:p>
          <a:p>
            <a:r>
              <a:rPr lang="en-IN" dirty="0"/>
              <a:t>bool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data type is suitable for storing a person's name?</a:t>
            </a:r>
            <a:endParaRPr lang="en-US" dirty="0"/>
          </a:p>
          <a:p>
            <a:r>
              <a:rPr lang="en-IN" dirty="0"/>
              <a:t>string (in C++) or a character array like char name[50];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the output: int age=18; </a:t>
            </a:r>
            <a:r>
              <a:rPr dirty="0" err="1"/>
              <a:t>cout</a:t>
            </a:r>
            <a:r>
              <a:rPr dirty="0"/>
              <a:t>&lt;&lt;age;</a:t>
            </a:r>
            <a:endParaRPr lang="en-US" dirty="0"/>
          </a:p>
          <a:p>
            <a:r>
              <a:rPr lang="en-IN" dirty="0"/>
              <a:t>18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the data type: 25, 3.14, 'A', true.</a:t>
            </a:r>
            <a:endParaRPr lang="en-US" dirty="0"/>
          </a:p>
          <a:p>
            <a:r>
              <a:rPr lang="en-IN" dirty="0"/>
              <a:t>25: int</a:t>
            </a:r>
          </a:p>
          <a:p>
            <a:r>
              <a:rPr lang="en-IN" dirty="0"/>
              <a:t>3.14: double (or float)</a:t>
            </a:r>
          </a:p>
          <a:p>
            <a:r>
              <a:rPr lang="en-IN" dirty="0"/>
              <a:t>'A': char</a:t>
            </a:r>
          </a:p>
          <a:p>
            <a:r>
              <a:rPr lang="en-IN" dirty="0"/>
              <a:t>true: bool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happens if you store a decimal number in an int variable?</a:t>
            </a:r>
            <a:endParaRPr lang="en-US" dirty="0"/>
          </a:p>
          <a:p>
            <a:r>
              <a:rPr lang="en-IN" dirty="0"/>
              <a:t>The decimal fractional part is truncated (discarded), and only the whole number is stored. For example, 3.99 becomes 3.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purpose of </a:t>
            </a:r>
            <a:r>
              <a:rPr dirty="0" err="1"/>
              <a:t>cin</a:t>
            </a:r>
            <a:r>
              <a:rPr dirty="0"/>
              <a:t>?</a:t>
            </a:r>
            <a:endParaRPr lang="en-US" dirty="0"/>
          </a:p>
          <a:p>
            <a:r>
              <a:rPr lang="en-IN" dirty="0" err="1"/>
              <a:t>cin</a:t>
            </a:r>
            <a:r>
              <a:rPr lang="en-IN" dirty="0"/>
              <a:t> (character input) is used to read input from the standard input device, usually the keyboard.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purpose of </a:t>
            </a:r>
            <a:r>
              <a:rPr dirty="0" err="1"/>
              <a:t>cout</a:t>
            </a:r>
            <a:r>
              <a:rPr dirty="0"/>
              <a:t>?</a:t>
            </a:r>
            <a:endParaRPr lang="en-US" dirty="0"/>
          </a:p>
          <a:p>
            <a:r>
              <a:rPr lang="en-IN" dirty="0" err="1"/>
              <a:t>cout</a:t>
            </a:r>
            <a:r>
              <a:rPr lang="en-IN" dirty="0"/>
              <a:t> (character output) is used to display output to the standard output device, usually the monitor/screen.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symbol is used with </a:t>
            </a:r>
            <a:r>
              <a:rPr dirty="0" err="1"/>
              <a:t>cin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&gt;&gt; (Extraction operator).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symbol is used with </a:t>
            </a:r>
            <a:r>
              <a:rPr dirty="0" err="1"/>
              <a:t>cout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&lt;&lt; (Insertion operator).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Explain: </a:t>
            </a:r>
            <a:r>
              <a:rPr dirty="0" err="1"/>
              <a:t>cin</a:t>
            </a:r>
            <a:r>
              <a:rPr dirty="0"/>
              <a:t> &gt;&gt; age;</a:t>
            </a:r>
            <a:endParaRPr lang="en-US" dirty="0"/>
          </a:p>
          <a:p>
            <a:r>
              <a:rPr lang="en-IN" dirty="0"/>
              <a:t>It pauses the program to read an input value from the user and stores that value into the variable named age.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Explain: </a:t>
            </a:r>
            <a:r>
              <a:rPr dirty="0" err="1"/>
              <a:t>cout</a:t>
            </a:r>
            <a:r>
              <a:rPr dirty="0"/>
              <a:t> &lt;&lt; age;</a:t>
            </a:r>
            <a:endParaRPr lang="en-US" dirty="0"/>
          </a:p>
          <a:p>
            <a:r>
              <a:rPr lang="en-IN" dirty="0"/>
              <a:t>It prints the current value stored inside the variable age to the screen.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purpose of </a:t>
            </a:r>
            <a:r>
              <a:rPr dirty="0" err="1"/>
              <a:t>endl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It inserts a newline character (moves the cursor to the next line) and flushes the output stream buffer.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a statement to input a student's marks.</a:t>
            </a:r>
            <a:endParaRPr lang="en-US" dirty="0"/>
          </a:p>
          <a:p>
            <a:r>
              <a:rPr lang="en-IN" dirty="0" err="1"/>
              <a:t>cin</a:t>
            </a:r>
            <a:r>
              <a:rPr lang="en-IN" dirty="0"/>
              <a:t> &gt;&gt; marks;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a statement to display 'Welcome to C++'.</a:t>
            </a:r>
            <a:endParaRPr lang="en-US" dirty="0"/>
          </a:p>
          <a:p>
            <a:r>
              <a:rPr lang="en-IN" dirty="0" err="1"/>
              <a:t>cout</a:t>
            </a:r>
            <a:r>
              <a:rPr lang="en-IN" dirty="0"/>
              <a:t> &lt;&lt; "Welcome to C++";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the output: </a:t>
            </a:r>
            <a:r>
              <a:rPr dirty="0" err="1"/>
              <a:t>cout</a:t>
            </a:r>
            <a:r>
              <a:rPr dirty="0"/>
              <a:t> &lt;&lt; 'Programming';</a:t>
            </a:r>
            <a:endParaRPr lang="en-US" dirty="0"/>
          </a:p>
          <a:p>
            <a:r>
              <a:rPr lang="en-IN" dirty="0"/>
              <a:t>It will likely cause a compilation error or unexpected </a:t>
            </a:r>
            <a:r>
              <a:rPr lang="en-IN" dirty="0" err="1"/>
              <a:t>behavior</a:t>
            </a:r>
            <a:r>
              <a:rPr lang="en-IN" dirty="0"/>
              <a:t>. In C++, single quotes (' ') are for single characters. A string of characters must be enclosed in double quotes ("Programming").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an operator?</a:t>
            </a:r>
            <a:endParaRPr lang="en-US" dirty="0"/>
          </a:p>
          <a:p>
            <a:r>
              <a:rPr lang="en-IN" dirty="0"/>
              <a:t>An operator is a special symbol that tells the compiler to perform a specific mathematical, relational, or logical operation on variables or values.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operator is used for addition?</a:t>
            </a:r>
            <a:endParaRPr lang="en-US" dirty="0"/>
          </a:p>
          <a:p>
            <a:r>
              <a:rPr lang="en-IN" dirty="0"/>
              <a:t>+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result of 10 % 3?</a:t>
            </a:r>
            <a:endParaRPr lang="en-US" dirty="0"/>
          </a:p>
          <a:p>
            <a:r>
              <a:rPr lang="en-IN" dirty="0"/>
              <a:t>1 (because 10 divided by 3 leaves a remainder of 1).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result of 8 % 2?</a:t>
            </a:r>
            <a:endParaRPr lang="en-US" dirty="0"/>
          </a:p>
          <a:p>
            <a:r>
              <a:rPr lang="en-IN" dirty="0"/>
              <a:t>0 (because 8 is perfectly divisible by 2).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operator checks equality?</a:t>
            </a:r>
            <a:endParaRPr lang="en-US" dirty="0"/>
          </a:p>
          <a:p>
            <a:r>
              <a:rPr lang="en-IN" dirty="0"/>
              <a:t>==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difference between = and == ?</a:t>
            </a:r>
            <a:endParaRPr lang="en-US" dirty="0"/>
          </a:p>
          <a:p>
            <a:r>
              <a:rPr lang="en-IN" dirty="0"/>
              <a:t>= is the assignment operator used to assign a value to a variable (e.g., a = 5). == is a relational operator used to compare if two values are equal (e.g., if (a == 5)).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result of 5 &gt; 3?</a:t>
            </a:r>
            <a:endParaRPr lang="en-US" dirty="0"/>
          </a:p>
          <a:p>
            <a:r>
              <a:rPr lang="en-IN" dirty="0"/>
              <a:t>True (or 1 in C/C++).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&amp;&amp; represent?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Logical AND operator. It returns true only if both conditions are true.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|| represent?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Logical OR operator. It returns true if at least one of the conditions is true.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! represent?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Logical NOT operator. It reverses the logical state of its operand (true becomes false, false becomes true).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Write a program to print 'Hello World'.</a:t>
            </a:r>
            <a:endParaRPr lang="en-US" dirty="0"/>
          </a:p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"Hello World";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Write a program to input two numbers and display their sum.</a:t>
            </a:r>
            <a:endParaRPr lang="en-US" dirty="0"/>
          </a:p>
          <a:p>
            <a:r>
              <a:rPr lang="pt-BR" dirty="0"/>
              <a:t>#include &lt;iostream&gt;</a:t>
            </a:r>
          </a:p>
          <a:p>
            <a:r>
              <a:rPr lang="pt-BR" dirty="0"/>
              <a:t>using namespace std;</a:t>
            </a:r>
          </a:p>
          <a:p>
            <a:r>
              <a:rPr lang="pt-BR" dirty="0"/>
              <a:t>int main() {</a:t>
            </a:r>
          </a:p>
          <a:p>
            <a:r>
              <a:rPr lang="pt-BR" dirty="0"/>
              <a:t>    int num1, num2, sum;</a:t>
            </a:r>
          </a:p>
          <a:p>
            <a:r>
              <a:rPr lang="pt-BR" dirty="0"/>
              <a:t>    cin &gt;&gt; num1 &gt;&gt; num2;</a:t>
            </a:r>
          </a:p>
          <a:p>
            <a:r>
              <a:rPr lang="pt-BR" dirty="0"/>
              <a:t>    sum = num1 + num2;</a:t>
            </a:r>
          </a:p>
          <a:p>
            <a:r>
              <a:rPr lang="pt-BR" dirty="0"/>
              <a:t>    cout &lt;&lt; "Sum: " &lt;&lt; sum;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Write a program to calculate the area of a rectangle.</a:t>
            </a:r>
            <a:endParaRPr lang="en-US" dirty="0"/>
          </a:p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float length, width, area;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length &gt;&gt; width;</a:t>
            </a:r>
          </a:p>
          <a:p>
            <a:r>
              <a:rPr lang="en-US" dirty="0"/>
              <a:t>    area = length * width;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"Area: " &lt;&lt; area;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What formula is used to calculate Simple Interest?</a:t>
            </a:r>
            <a:endParaRPr lang="en-US" dirty="0"/>
          </a:p>
          <a:p>
            <a:r>
              <a:rPr lang="en-IN" dirty="0"/>
              <a:t>$SI = \frac{P \times R \times T}{100}$ (where P is Principal, R is Rate, and T is Time).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Write a program to calculate Simple Interest.</a:t>
            </a:r>
            <a:endParaRPr lang="en-US" dirty="0"/>
          </a:p>
          <a:p>
            <a:r>
              <a:rPr lang="en-IN" dirty="0"/>
              <a:t>#include 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IN" dirty="0"/>
              <a:t>int main() {</a:t>
            </a:r>
          </a:p>
          <a:p>
            <a:r>
              <a:rPr lang="en-IN" dirty="0"/>
              <a:t>    float P, R, T, SI;</a:t>
            </a:r>
          </a:p>
          <a:p>
            <a:r>
              <a:rPr lang="en-IN" dirty="0"/>
              <a:t>    </a:t>
            </a:r>
            <a:r>
              <a:rPr lang="en-IN" dirty="0" err="1"/>
              <a:t>cin</a:t>
            </a:r>
            <a:r>
              <a:rPr lang="en-IN" dirty="0"/>
              <a:t> &gt;&gt; P &gt;&gt; R &gt;&gt; T;</a:t>
            </a:r>
          </a:p>
          <a:p>
            <a:r>
              <a:rPr lang="en-IN" dirty="0"/>
              <a:t>    SI = (P * R * T) / 100;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"Simple Interest: " &lt;&lt; SI;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is a temporary variable used while swapping two numbers?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A temporary variable is used to safely hold the value of one variable so it doesn't get overwritten and permanently lost when the second variable's value is assigned to the first.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Swap the values: a=10, b=20.</a:t>
            </a:r>
            <a:endParaRPr lang="en-US" dirty="0"/>
          </a:p>
          <a:p>
            <a:r>
              <a:rPr lang="en-IN" b="1" dirty="0"/>
              <a:t>Answer </a:t>
            </a:r>
            <a:r>
              <a:rPr lang="en-US" b="1" dirty="0"/>
              <a:t>int temp = a;  // temp becomes 10</a:t>
            </a:r>
          </a:p>
          <a:p>
            <a:r>
              <a:rPr lang="en-US" b="1" dirty="0"/>
              <a:t>a = b;         // a becomes 20</a:t>
            </a:r>
          </a:p>
          <a:p>
            <a:r>
              <a:rPr lang="en-US" b="1" dirty="0"/>
              <a:t>b = temp;      // b becomes 10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formula is used to convert Celsius into Fahrenheit?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$F = (C \times \frac{9}{5}) + 32$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Fahrenheit value of 0°C?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32°F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can integer division give incorrect results in the Celsius-to-Fahrenheit program?</a:t>
            </a:r>
            <a:endParaRPr lang="en-US" dirty="0"/>
          </a:p>
          <a:p>
            <a:r>
              <a:rPr lang="en-IN" b="1" dirty="0"/>
              <a:t>Answer:</a:t>
            </a:r>
            <a:r>
              <a:rPr lang="en-IN" dirty="0"/>
              <a:t> If you use integer division for 9/5, the compiler truncates the decimal and evaluates it as 1 instead of 1.8. This completely changes the formula's calculation and outputs the wrong temperature. </a:t>
            </a:r>
            <a:r>
              <a:rPr lang="en-IN"/>
              <a:t>You must use 9.0/5.0 to ensure floating-point division.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1579</Words>
  <Application>Microsoft Office PowerPoint</Application>
  <PresentationFormat>On-screen Show (4:3)</PresentationFormat>
  <Paragraphs>184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Question 23</vt:lpstr>
      <vt:lpstr>Question 24</vt:lpstr>
      <vt:lpstr>Question 25</vt:lpstr>
      <vt:lpstr>Question 26</vt:lpstr>
      <vt:lpstr>Question 27</vt:lpstr>
      <vt:lpstr>Question 28</vt:lpstr>
      <vt:lpstr>Question 29</vt:lpstr>
      <vt:lpstr>Question 30</vt:lpstr>
      <vt:lpstr>Question 31</vt:lpstr>
      <vt:lpstr>Question 32</vt:lpstr>
      <vt:lpstr>Question 33</vt:lpstr>
      <vt:lpstr>Question 34</vt:lpstr>
      <vt:lpstr>Question 35</vt:lpstr>
      <vt:lpstr>Question 36</vt:lpstr>
      <vt:lpstr>Question 37</vt:lpstr>
      <vt:lpstr>Question 38</vt:lpstr>
      <vt:lpstr>Question 39</vt:lpstr>
      <vt:lpstr>Question 40</vt:lpstr>
      <vt:lpstr>Question 41</vt:lpstr>
      <vt:lpstr>Question 42</vt:lpstr>
      <vt:lpstr>Question 43</vt:lpstr>
      <vt:lpstr>Question 44</vt:lpstr>
      <vt:lpstr>Question 45</vt:lpstr>
      <vt:lpstr>Question 46</vt:lpstr>
      <vt:lpstr>Question 47</vt:lpstr>
      <vt:lpstr>Question 48</vt:lpstr>
      <vt:lpstr>Question 49</vt:lpstr>
      <vt:lpstr>Question 50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Kumar</cp:lastModifiedBy>
  <cp:revision>1</cp:revision>
  <dcterms:created xsi:type="dcterms:W3CDTF">2013-01-27T09:14:16Z</dcterms:created>
  <dcterms:modified xsi:type="dcterms:W3CDTF">2026-06-18T04:37:56Z</dcterms:modified>
  <cp:category/>
</cp:coreProperties>
</file>